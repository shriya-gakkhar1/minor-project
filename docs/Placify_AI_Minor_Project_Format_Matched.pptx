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ADEMI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7620">
            <a:solidFill>
              <a:srgbClr val="A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Placify AI - Minor 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 Project Presentation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162763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“Placify AI”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2677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Placement Data Engineering And Intelligence Platform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3154680"/>
            <a:ext cx="434340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By:-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[Your Name]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[Roll Number]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2025-2026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20840" y="315468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Guide:-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Dr./Mr./ Ms. [Guide Name]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Computer Science and Engineering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&amp; Problem Statement (Background, motivation, and the core problem being addressed)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 or System Design (Block diagrams, flowcharts, SRS, UML Diagrams, DFD, ER Diagrams etc.)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(Approach, architecture, algorithms or processes used)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and Technology Used (Hardware components, software, programming languages, frameworks, libraries)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Roles and Responsibilities of each Member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(Step-by-step development, modules built, code snippets etc.)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(Screenshots, graphs, test data, observations, and performance metrics etc.)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 (Summary of achievements, limitations, and possible future enhancements)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 (Books, research papers, websites cited in IEEE or APA format)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Placify AI is a web-based placement data engineering and intelligence platform.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designed mainly for Training and Placement Officers of colleges.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imports placement data from Excel, CSV, and public Google Sheets.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automatically cleans data, maps columns, generates dashboards, predicts risk, and exports reports.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focuses on practical placement analytics instead of a generic ERP system.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Background and Motivation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College placement cells maintain large amounts of student and placement data every semester.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data is stored in Excel files or Google Sheets created by different departments.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 names and formats are often inconsistent across files.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filtering for eligibility, risk, and reports takes time and may cause mistakes.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motivated the development of a focused platform for placement data processing and analytics.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TPOs manage student placement data using scattered Excel files, CSV files, and Google Sheets.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 to inconsistent columns, duplicate entries, missing values, and manual analysis, useful insights are delayed.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becomes difficult to quickly identify eligible students, at-risk students, branch-wise performance, resume readiness, and company-wise trends.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objective is to develop a system that imports, cleans, analyzes, predicts, and reports placement data.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 and Limitations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Excel filtering is commonly used for eligibility and shortlist preparation.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Reports are created manually and repeatedly formatted for management review.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Branch-wise analysis and placement readiness comparison are difficult to perform quickly.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no automatic column mapping for inconsistent data files.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At-risk students are often identified late due to lack of automated analytics.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Upload Data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2240280" y="2560320"/>
            <a:ext cx="23774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23744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96896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Mapping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078224" y="2560320"/>
            <a:ext cx="23774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61688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 Dataset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5916168" y="2560320"/>
            <a:ext cx="23774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99632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754112" y="2560320"/>
            <a:ext cx="23774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37576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0728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9592056" y="2560320"/>
            <a:ext cx="23774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75520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48672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Reports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77240" y="3886200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the main working pipeline of the project.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focuses on importing, cleaning, analyzing, predicting, and reporting placement data.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flow is simple enough for demonstration and practical enough for real TPO workflows.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 / Related Work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Spreadsheet-based placement management is simple but requires manual work.</a:t>
            </a:r>
            <a:endParaRPr lang="en-US" sz="19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intelligence tools like Power BI and Tableau provide dashboards but are not placement-specific.</a:t>
            </a:r>
            <a:endParaRPr lang="en-US" sz="19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Applicant Tracking Systems manage candidates but are mostly designed for companies.</a:t>
            </a:r>
            <a:endParaRPr lang="en-US" sz="19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Rule-based systems are useful for transparent eligibility checking.</a:t>
            </a:r>
            <a:endParaRPr lang="en-US" sz="19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CatBoost and tree-based models are suitable for structured tabular prediction problems.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Design: Block Diagram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TPO / Student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2240280" y="2560320"/>
            <a:ext cx="23774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23744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96896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Frontend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078224" y="2560320"/>
            <a:ext cx="23774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61688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Express Backend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5916168" y="2560320"/>
            <a:ext cx="23774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99632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Engine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754112" y="2560320"/>
            <a:ext cx="23774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37576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0728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Analytics Engine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9592056" y="2560320"/>
            <a:ext cx="23774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75520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48672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77240" y="3886200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the main working pipeline of the project.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focuses on importing, cleaning, analyzing, predicting, and reporting placement data.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flow is simple enough for demonstration and practical enough for real TPO workflows.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Flow Diagram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TPO Uploads Data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2240280" y="2560320"/>
            <a:ext cx="23774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23744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96896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Parse Rows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078224" y="2560320"/>
            <a:ext cx="23774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61688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Normalize Fields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5916168" y="2560320"/>
            <a:ext cx="23774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99632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Clean Data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754112" y="2560320"/>
            <a:ext cx="23774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37576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0728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 Insights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9592056" y="2560320"/>
            <a:ext cx="23774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75520" y="2148840"/>
            <a:ext cx="1508760" cy="822960"/>
          </a:xfrm>
          <a:prstGeom prst="rect">
            <a:avLst/>
          </a:prstGeom>
          <a:solidFill>
            <a:srgbClr val="EAF2F8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48672" y="2286000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Export Report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77240" y="3886200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the main working pipeline of the project.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focuses on importing, cleaning, analyzing, predicting, and reporting placement data.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flow is simple enough for demonstration and practical enough for real TPO workflows.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UML Use Case Design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1556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TPO / Admin Use Cases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263640" y="111556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Use Cases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49834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Excel / CSV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Google Sheet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dashboard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 students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 drives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predictions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Export reports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400800" y="1627632"/>
            <a:ext cx="49834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dashboard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opportunities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readiness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 mock interview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 profile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Entity Design / Data Model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entity stores name, email, enrollment, branch, CGPA, attendance, active backlogs, ATS score, skills, projects, internships, and placement status.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Drive entity stores company, role, package, CGPA cutoff, attendance cutoff, backlog rule, eligible branches, skills, deadline, and status.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entity connects students and drives with status, match score, applied date, and update date.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model supports dashboard analytics, eligibility checks, prediction, and report generation.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was developed using a modular full-stack approach.</a:t>
            </a:r>
            <a:endParaRPr lang="en-US" sz="1950" dirty="0"/>
          </a:p>
          <a:p>
            <a:r>
              <a:rPr lang="en-US" sz="1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product boundary was changed to TPO-first data engineering and analytics.</a:t>
            </a:r>
            <a:endParaRPr lang="en-US" sz="1950" dirty="0"/>
          </a:p>
          <a:p>
            <a:r>
              <a:rPr lang="en-US" sz="1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Broken and confusing modules were removed from the primary navigation.</a:t>
            </a:r>
            <a:endParaRPr lang="en-US" sz="1950" dirty="0"/>
          </a:p>
          <a:p>
            <a:r>
              <a:rPr lang="en-US" sz="1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core workflow was rebuilt around data import, smart mapping, dashboard analytics, prediction, and reports.</a:t>
            </a:r>
            <a:endParaRPr lang="en-US" sz="1950" dirty="0"/>
          </a:p>
          <a:p>
            <a:r>
              <a:rPr lang="en-US" sz="1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uses explainable rules and CatBoost-ready ML support instead of fake black-box AI.</a:t>
            </a:r>
            <a:endParaRPr lang="en-US" sz="1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Column Mapping Algorithm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 uploaded column names to lowercase.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 spaces, underscores, and special characters.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Match columns using predefined aliases and keyword logic.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Examples: dept, stream, department -&gt; branch; sgpa, gpa, score -&gt; cgpa.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Examples: current_back, backs, kt -&gt; activeBacklogs; placed, selected, hired -&gt; placementStatus.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 fields are marked as unmapped and schema confidence is calculated.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Eligibility and Analytics Engine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Eligibility is calculated using CGPA cutoff, attendance cutoff, active backlogs, and branch eligibility.</a:t>
            </a:r>
            <a:endParaRPr lang="en-US" sz="19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Analytics include total students, eligible students, placed students, placement percentage, branch readiness, backlog impact, and resume availability.</a:t>
            </a:r>
            <a:endParaRPr lang="en-US" sz="19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charts include placement funnel, branch-wise overview, risk distribution, attendance risk, and recent imports.</a:t>
            </a:r>
            <a:endParaRPr lang="en-US" sz="19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 insights are generated using rule-based calculations from the imported dataset.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Engine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prediction engine estimates placement probability and shortlist probability for students.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features include CGPA, attendance, active backlogs, branch, ATS score, aptitude score, communication score, projects, internships, skills count, and applications count.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Outputs include probability, risk category, score breakdown, positive factors, negative factors, and recommended actions.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primary ML direction is CatBoost, with deterministic fallback scoring for demo reliability.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CatBoost Model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CatBoost is a gradient boosting model originally developed by Yandex.</a:t>
            </a:r>
            <a:endParaRPr lang="en-US" sz="19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suitable for structured and tabular datasets.</a:t>
            </a:r>
            <a:endParaRPr lang="en-US" sz="19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can work with mixed signals such as branch, CGPA, attendance, backlogs, ATS score, and activity metrics.</a:t>
            </a:r>
            <a:endParaRPr lang="en-US" sz="19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more practical than deep learning for this placement prediction use case.</a:t>
            </a:r>
            <a:endParaRPr lang="en-US" sz="19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remains explainable because fallback rules and score breakdowns are visible.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and Technology Used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Frontend: React, Vite, TailwindCSS, Framer Motion, Recharts, Zustand, Lucide React.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Backend: Node.js, Express.js, REST APIs.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Processing: PapaParse for CSV, SheetJS for Excel/XLSX, Google Sheets CSV export endpoint.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AI/ML: FastAPI, CatBoost-ready prediction API, deterministic fallback scoring, optional Gemini support.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Storage: localStorage demo mode with future database support.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Hardware: standard laptop or desktop system.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Roles and Responsibilities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development: UI/UX design, dashboard pages, routing, responsive layout, and navigation.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development: Express APIs, ingestion endpoints, prediction contract, and reports.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engineering: smart mapping, duplicate detection, validation, and sample data preparation.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logic: eligibility, risk scoring, CatBoost-ready API, and fallback scoring.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and documentation: build checks, route verification, README, PPT, and demo preparation.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Implementation: Data Import Module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CSV upload implemented using PapaParse.</a:t>
            </a:r>
            <a:endParaRPr lang="en-US" sz="19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Excel and XLSX upload implemented using SheetJS.</a:t>
            </a:r>
            <a:endParaRPr lang="en-US" sz="19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 Google Sheets URL ingestion implemented using backend API.</a:t>
            </a:r>
            <a:endParaRPr lang="en-US" sz="19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Preview-before-import allows the TPO to inspect rows before committing.</a:t>
            </a:r>
            <a:endParaRPr lang="en-US" sz="1900" dirty="0"/>
          </a:p>
          <a:p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normalizes fields, detects duplicates, validates records, and updates dashboard data.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Implementation: TPO Dashboard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dashboard shows total students, eligible students, placed students, average package, no resume count, and at-risk students.</a:t>
            </a:r>
            <a:endParaRPr lang="en-US" sz="1820" dirty="0"/>
          </a:p>
          <a:p>
            <a:r>
              <a:rPr lang="en-US" sz="18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includes placement market, hiring velocity, placement funnel, branch-wise overview, operational insights, backlog impact, and attendance risk.</a:t>
            </a:r>
            <a:endParaRPr lang="en-US" sz="1820" dirty="0"/>
          </a:p>
          <a:p>
            <a:r>
              <a:rPr lang="en-US" sz="18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Old experimental shortcut cards were replaced with pipeline evidence such as rows parsed, students detected, companies detected, duplicates, schema confidence, and prediction momentum.</a:t>
            </a:r>
            <a:endParaRPr lang="en-US" sz="1820" dirty="0"/>
          </a:p>
          <a:p>
            <a:r>
              <a:rPr lang="en-US" sz="18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Charts are generated from imported rows instead of static filler data.</a:t>
            </a:r>
            <a:endParaRPr lang="en-US" sz="1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Implementation: Prediction and Student View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TPO Prediction page shows students scored, average probability, high chance students, at-risk students, model feature weights, risk distribution, and prediction queue.</a:t>
            </a:r>
            <a:endParaRPr lang="en-US" sz="1820" dirty="0"/>
          </a:p>
          <a:p>
            <a:r>
              <a:rPr lang="en-US" sz="18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student side is kept lean with Dashboard, Opportunities, Mock Interview, and Profile.</a:t>
            </a:r>
            <a:endParaRPr lang="en-US" sz="1820" dirty="0"/>
          </a:p>
          <a:p>
            <a:r>
              <a:rPr lang="en-US" sz="18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Broken standalone modules such as Resume Studio, My Predictor, Insights Lab, and Campus Predictor were removed from the primary user flow.</a:t>
            </a:r>
            <a:endParaRPr lang="en-US" sz="1820" dirty="0"/>
          </a:p>
          <a:p>
            <a:r>
              <a:rPr lang="en-US" sz="18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explanations now appear inside dashboard and opportunity contexts.</a:t>
            </a:r>
            <a:endParaRPr lang="en-US" sz="1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and Observations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TPO dashboard opens properly and shows data-driven placement analytics.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Navigation is simplified and stable for both TPO and Student roles.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CSV, Excel/XLSX, and public Google Sheets ingestion are supported.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mapping handles inconsistent college column names.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page shows explainable probability, risk category, feature weights, and recommendations.</a:t>
            </a:r>
            <a:endParaRPr lang="en-US" sz="1750" dirty="0"/>
          </a:p>
          <a:p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lint passed, production build passed, backend health test passed, prediction API smoke test passed, and browser route check passed.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and Future Scope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Placify AI demonstrates how raw placement data can be transformed into dashboards, eligibility intelligence, risk detection, prediction outputs, and reports.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reduces manual spreadsheet effort and helps TPOs understand placement readiness faster.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include local demo storage, public Google Sheets only, and CatBoost requiring trained artifacts for full ML mode.</a:t>
            </a:r>
            <a:endParaRPr lang="en-US" sz="1850" dirty="0"/>
          </a:p>
          <a:p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 includes Supabase/PostgreSQL database, trained CatBoost model, RBAC authentication, email/WhatsApp reminders, advanced resume parsing, and placement trend forecasting.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099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Documentation: https://react.dev/</a:t>
            </a:r>
            <a:endParaRPr lang="en-US" sz="1550" dirty="0"/>
          </a:p>
          <a:p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Vite Documentation: https://vite.dev/</a:t>
            </a:r>
            <a:endParaRPr lang="en-US" sz="1550" dirty="0"/>
          </a:p>
          <a:p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Tailwind CSS Documentation: https://tailwindcss.com/</a:t>
            </a:r>
            <a:endParaRPr lang="en-US" sz="1550" dirty="0"/>
          </a:p>
          <a:p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Recharts Documentation: https://recharts.org/</a:t>
            </a:r>
            <a:endParaRPr lang="en-US" sz="1550" dirty="0"/>
          </a:p>
          <a:p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PapaParse Documentation: https://www.papaparse.com/</a:t>
            </a:r>
            <a:endParaRPr lang="en-US" sz="1550" dirty="0"/>
          </a:p>
          <a:p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SheetJS Documentation: https://docs.sheetjs.com/</a:t>
            </a:r>
            <a:endParaRPr lang="en-US" sz="1550" dirty="0"/>
          </a:p>
          <a:p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Express.js Documentation: https://expressjs.com/</a:t>
            </a:r>
            <a:endParaRPr lang="en-US" sz="1550" dirty="0"/>
          </a:p>
          <a:p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 Documentation: https://fastapi.tiangolo.com/</a:t>
            </a:r>
            <a:endParaRPr lang="en-US" sz="1550" dirty="0"/>
          </a:p>
          <a:p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CatBoost Documentation: https://catboost.ai/</a:t>
            </a:r>
            <a:endParaRPr lang="en-US" sz="1550" dirty="0"/>
          </a:p>
          <a:p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Sheets CSV export documentation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57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07792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82219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Placify AI - Placement Data Engineering And Intelligence Platform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Department of Computer Science and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Placify AI Minor Project Presentation</dc:title>
  <dc:subject>Minor Project Presentation</dc:subject>
  <dc:creator>Placify AI</dc:creator>
  <cp:lastModifiedBy>Placify AI</cp:lastModifiedBy>
  <cp:revision>1</cp:revision>
  <dcterms:created xsi:type="dcterms:W3CDTF">2026-05-17T03:27:04Z</dcterms:created>
  <dcterms:modified xsi:type="dcterms:W3CDTF">2026-05-17T03:27:04Z</dcterms:modified>
</cp:coreProperties>
</file>